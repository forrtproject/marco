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4093"/>
    <a:srgbClr val="24292D"/>
    <a:srgbClr val="C8A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555CF-19D3-70A3-8617-4A1A17B4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B7526E-A573-0439-8119-AE13C16A5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B93431-A239-E5E4-4BD4-7C59F73C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02B416-E40A-7586-78D7-F69F5D5F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48A863-09EF-8F6C-E2C5-8F952A9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9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3F82A-649E-7A28-DC4F-C7BE06CF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E39B55-DA9F-4992-D7CA-A374F2C54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7C1565-47A2-7E2B-8E55-53B0EC80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E102F8-6149-7519-AE53-7C633E81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AC54F7-4E4D-5DE3-DD2A-08C4DF11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943EC-21D9-4A1F-D64D-432D242F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3AFF07-56E6-0CCC-C8CE-5376ABD6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299CF-575C-8EDC-8948-E46B5E2E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5040E-9051-1207-8D6B-FB03BF4E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36E4D-1DA0-AA98-18D4-F1218718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4D5F7-9693-338C-DD08-B14C3F14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1AFBD7-A4FA-2F3B-CCC6-AF2A309B1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F3DC9F-382E-435B-670B-222F5B1E6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0B3421-E5CB-1693-CD1E-B5C63F78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1E6AB8-EE54-0852-B328-1D4EA783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624E7B-E4C1-45DB-FC29-7DA8B3E6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1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6B0C2-09AB-2C2A-81A9-36287FBE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C67C1-A0A9-E6CD-898B-007E78777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6911BF-27EF-5998-0A70-8265B58E0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E27DF7-18E1-DAE3-4B59-3D3105896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3199E0-FE47-DD08-BC0B-1EF4D39A6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0B8F85-06BB-F8A4-7D67-8601F8A3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2F57A1-45C9-05FA-F723-832AB7DA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F4AAA5-AE7F-83D5-9ED7-BF156296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9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57641-A3DE-BFE5-15A1-0C93AF56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5B53FD-BABC-E2BB-C972-1571F775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BECC87-1B43-BE6B-5D19-4EABB9F1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6B37A2-8D5B-1D15-6453-ECFDF337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7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6FD4FD-798A-F27C-0077-3DCF6C91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7CBEDC-A8EF-B820-05D3-E2F4FA4B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81F376-E44C-D29C-66BC-6032D411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1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41330-2FFB-C292-FDE0-5C271DE0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AD7807-EE83-1F69-E298-B2C5AC6A9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8BC39C-821C-26E3-E363-685D3EA6E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62CF7C-ADB5-DAF3-03B7-2A3B61E1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A6F980-2D51-0940-F21F-57A1708D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FADF8A-F131-B8CA-A638-9420B6F4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5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6E403-9B53-5EA7-9576-58926919E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2970E-6A85-74A7-1533-96E05E449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9A7DD-9BA7-6A4D-F08C-31C4CAA8A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34E8E-639E-495B-94E2-57D2CF91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7931B5-3E94-B64F-AE62-BFC17480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0B1B31-35CC-108B-594D-DE0D2BAF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4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EC4B9-C62D-D21A-7520-F7B73E2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8579CC-4190-1A07-6819-BCF03F8D5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3FCA54-DFEE-8B96-1063-7F8868D5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1D575D-0B7C-88E4-5FB3-E2CF794F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34CA96-9F9C-6BAB-14ED-936F2BD0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7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AF10931-B795-AD61-A7D0-D2789464E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5BF16C-D156-1574-BF1C-0B38C8347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1CC47F-AED3-9E19-24EA-CB08C728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9DDCA1-0E35-5CC1-A737-51F50B89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A4780C-774A-A192-1F80-4377967E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7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CBE2E7-0733-B464-DDC1-D5FDCC58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2D18F1-E1DD-6EEC-C2FE-F9F7723E3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0A7504-7610-D237-7994-65F2C0B5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98310-289E-4EC8-9A3E-CFFF37C28B8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2B285-8B76-6596-DFD8-187E6B334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7D2084-1195-4A7D-5A27-51B9AECDE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6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B774608-86EF-6385-1F05-72BC7C64A84B}"/>
              </a:ext>
            </a:extLst>
          </p:cNvPr>
          <p:cNvSpPr/>
          <p:nvPr/>
        </p:nvSpPr>
        <p:spPr>
          <a:xfrm>
            <a:off x="1872604" y="3298371"/>
            <a:ext cx="7317396" cy="2273554"/>
          </a:xfrm>
          <a:prstGeom prst="rect">
            <a:avLst/>
          </a:prstGeom>
          <a:solidFill>
            <a:srgbClr val="7F4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CF4C6D-8429-5CA5-14C0-47C2F154B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2" y="537472"/>
            <a:ext cx="8230749" cy="13336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E6A8E9B-36AC-6392-75A8-64393DE2A8A3}"/>
              </a:ext>
            </a:extLst>
          </p:cNvPr>
          <p:cNvSpPr txBox="1"/>
          <p:nvPr/>
        </p:nvSpPr>
        <p:spPr>
          <a:xfrm>
            <a:off x="1814097" y="3429000"/>
            <a:ext cx="7396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MAKING REPLICATIONS </a:t>
            </a:r>
            <a:r>
              <a:rPr lang="en-US" sz="4800" b="1" dirty="0">
                <a:latin typeface="Bahnschrift SemiCondensed" panose="020B0502040204020203" pitchFamily="34" charset="0"/>
              </a:rPr>
              <a:t>COUNT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A93DC7A-E5D5-3899-E1C8-CB71DE14AEBB}"/>
              </a:ext>
            </a:extLst>
          </p:cNvPr>
          <p:cNvSpPr/>
          <p:nvPr/>
        </p:nvSpPr>
        <p:spPr>
          <a:xfrm>
            <a:off x="2029807" y="4306611"/>
            <a:ext cx="7002990" cy="45719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2B33B52-1AAE-4F8C-041C-A76021685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3" r="5361"/>
          <a:stretch/>
        </p:blipFill>
        <p:spPr>
          <a:xfrm>
            <a:off x="822397" y="951385"/>
            <a:ext cx="7317396" cy="231058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A60199-39AE-47EF-38E4-AC7708478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31" y="2485299"/>
            <a:ext cx="1076475" cy="50489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8EBF9D9-D242-1FDF-AB0B-8D8A6C8F31D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5439" y="4438645"/>
            <a:ext cx="2046735" cy="113482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45146EC-8A52-0F29-D460-45C9AC4BD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484" y="2288949"/>
            <a:ext cx="8023031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7EBA21E-C034-A913-D956-F53D15DD0DF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343" y="2952684"/>
            <a:ext cx="1895740" cy="4763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3082B0-5D9D-55E0-A8B2-DC23FFE525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93" y="791800"/>
            <a:ext cx="4372585" cy="14670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6E3EE79-0C72-80A5-7BBB-F5A3CFDD9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05627"/>
            <a:ext cx="28575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87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Bahnschrift SemiCondensed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Röseler</dc:creator>
  <cp:lastModifiedBy>Lukas Röseler</cp:lastModifiedBy>
  <cp:revision>6</cp:revision>
  <dcterms:created xsi:type="dcterms:W3CDTF">2025-12-05T07:59:56Z</dcterms:created>
  <dcterms:modified xsi:type="dcterms:W3CDTF">2026-01-26T11:10:47Z</dcterms:modified>
</cp:coreProperties>
</file>